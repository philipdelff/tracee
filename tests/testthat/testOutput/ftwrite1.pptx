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ontent Placeholder 2"/>
          <p:cNvGraphicFramePr>
            <a:graphicFrameLocks noGrp="true"/>
          </p:cNvGraphicFramePr>
          <p:nvPr/>
        </p:nvGraphicFramePr>
        <p:xfrm rot="0">
          <a:off x="457200" y="1600200"/>
          <a:ext cx="8229600" cy="4525963"/>
        </p:xfrm>
        <a:graphic>
          <a:graphicData uri="http://schemas.openxmlformats.org/drawingml/2006/table">
            <a:tbl>
              <a:tblPr/>
              <a:tblGrid>
                <a:gridCol w="574212"/>
                <a:gridCol w="459068"/>
                <a:gridCol w="660706"/>
                <a:gridCol w="527418"/>
                <a:gridCol w="571824"/>
                <a:gridCol w="660706"/>
                <a:gridCol w="660706"/>
                <a:gridCol w="416231"/>
                <a:gridCol w="482465"/>
                <a:gridCol w="578441"/>
                <a:gridCol w="569300"/>
              </a:tblGrid>
              <a:tr h="395971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mpg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cyl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disp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hp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drat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qsec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vs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am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gear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carb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36643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21.0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160.0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3.90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2.620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16.46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36643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21.0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160.0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3.90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2.875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17.02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36643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22.8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108.0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93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3.85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2.320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18.61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36643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21.4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258.0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3.08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3.215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19.44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36643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18.7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360.0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175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3.440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17.02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36643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18.1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225.0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105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2.76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3.460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20.22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36643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360.0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245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3.21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3.570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15.84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36643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24.4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146.7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3.69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3.190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20.00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36643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22.8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140.8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95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3.92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3.150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22.90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36643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19.2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167.6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3.92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3.440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18.30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36643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17.8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167.6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3.92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3.440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18.90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36643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16.4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275.8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3.07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4.070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17.40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36643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17.3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275.8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3.07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3.730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17.60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36643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15.2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275.8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3.07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3.780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36643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10.4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472.0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205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2.93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5.250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17.98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36643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10.4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460.0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5.424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17.82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36643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440.0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230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3.23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5.345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17.42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36643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32.4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78.7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4.08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2.200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19.47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36643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30.4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75.7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4.93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1.615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18.52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36643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33.9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71.1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4.22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1.835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19.90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36643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21.5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120.1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97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3.70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2.465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20.01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36643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15.5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318.0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150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2.76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3.520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16.87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36643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15.2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304.0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150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3.435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17.30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36643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13.3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350.0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245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3.73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3.840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15.41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36643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19.2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400.0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175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3.08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3.845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17.05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36643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27.3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79.0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4.08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1.935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18.90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36643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26.0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120.3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91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4.43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2.140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16.70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36643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30.4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95.1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3.77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1.513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16.90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36643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15.8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351.0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264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4.22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3.170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14.50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36643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19.7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145.0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175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3.62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2.770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15.50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36643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15.0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301.0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335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3.54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3.570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14.60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36643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21.4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121.0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109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4.11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2.780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18.60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28600">
                <a:tc gridSpan="11"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600" i="0" b="0" u="none">
                          <a:solidFill>
                            <a:srgbClr val="666666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test_ftwrite.R</a:t>
                      </a:r>
                      <a:br>
                        <a:rPr cap="none" sz="600" i="0" b="0" u="none">
                          <a:solidFill>
                            <a:srgbClr val="666666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</a:br>
                      <a:r>
                        <a:rPr cap="none" sz="600" i="0" b="0" u="none">
                          <a:solidFill>
                            <a:srgbClr val="666666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01-Feb-2022 07:09 ftwrite1.pptx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600" i="0" b="0" u="none">
                          <a:solidFill>
                            <a:srgbClr val="666666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test_ftwrite.R</a:t>
                      </a:r>
                      <a:br>
                        <a:rPr cap="none" sz="600" i="0" b="0" u="none">
                          <a:solidFill>
                            <a:srgbClr val="666666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</a:br>
                      <a:r>
                        <a:rPr cap="none" sz="600" i="0" b="0" u="none">
                          <a:solidFill>
                            <a:srgbClr val="666666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01-Feb-2022 07:09 ftwrite1.pptx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600" i="0" b="0" u="none">
                          <a:solidFill>
                            <a:srgbClr val="666666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test_ftwrite.R</a:t>
                      </a:r>
                      <a:br>
                        <a:rPr cap="none" sz="600" i="0" b="0" u="none">
                          <a:solidFill>
                            <a:srgbClr val="666666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</a:br>
                      <a:r>
                        <a:rPr cap="none" sz="600" i="0" b="0" u="none">
                          <a:solidFill>
                            <a:srgbClr val="666666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01-Feb-2022 07:09 ftwrite1.pptx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600" i="0" b="0" u="none">
                          <a:solidFill>
                            <a:srgbClr val="666666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test_ftwrite.R</a:t>
                      </a:r>
                      <a:br>
                        <a:rPr cap="none" sz="600" i="0" b="0" u="none">
                          <a:solidFill>
                            <a:srgbClr val="666666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</a:br>
                      <a:r>
                        <a:rPr cap="none" sz="600" i="0" b="0" u="none">
                          <a:solidFill>
                            <a:srgbClr val="666666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01-Feb-2022 07:09 ftwrite1.pptx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600" i="0" b="0" u="none">
                          <a:solidFill>
                            <a:srgbClr val="666666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test_ftwrite.R</a:t>
                      </a:r>
                      <a:br>
                        <a:rPr cap="none" sz="600" i="0" b="0" u="none">
                          <a:solidFill>
                            <a:srgbClr val="666666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</a:br>
                      <a:r>
                        <a:rPr cap="none" sz="600" i="0" b="0" u="none">
                          <a:solidFill>
                            <a:srgbClr val="666666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01-Feb-2022 07:09 ftwrite1.pptx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600" i="0" b="0" u="none">
                          <a:solidFill>
                            <a:srgbClr val="666666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test_ftwrite.R</a:t>
                      </a:r>
                      <a:br>
                        <a:rPr cap="none" sz="600" i="0" b="0" u="none">
                          <a:solidFill>
                            <a:srgbClr val="666666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</a:br>
                      <a:r>
                        <a:rPr cap="none" sz="600" i="0" b="0" u="none">
                          <a:solidFill>
                            <a:srgbClr val="666666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01-Feb-2022 07:09 ftwrite1.pptx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600" i="0" b="0" u="none">
                          <a:solidFill>
                            <a:srgbClr val="666666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test_ftwrite.R</a:t>
                      </a:r>
                      <a:br>
                        <a:rPr cap="none" sz="600" i="0" b="0" u="none">
                          <a:solidFill>
                            <a:srgbClr val="666666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</a:br>
                      <a:r>
                        <a:rPr cap="none" sz="600" i="0" b="0" u="none">
                          <a:solidFill>
                            <a:srgbClr val="666666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01-Feb-2022 07:09 ftwrite1.pptx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600" i="0" b="0" u="none">
                          <a:solidFill>
                            <a:srgbClr val="666666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test_ftwrite.R</a:t>
                      </a:r>
                      <a:br>
                        <a:rPr cap="none" sz="600" i="0" b="0" u="none">
                          <a:solidFill>
                            <a:srgbClr val="666666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</a:br>
                      <a:r>
                        <a:rPr cap="none" sz="600" i="0" b="0" u="none">
                          <a:solidFill>
                            <a:srgbClr val="666666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01-Feb-2022 07:09 ftwrite1.pptx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600" i="0" b="0" u="none">
                          <a:solidFill>
                            <a:srgbClr val="666666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test_ftwrite.R</a:t>
                      </a:r>
                      <a:br>
                        <a:rPr cap="none" sz="600" i="0" b="0" u="none">
                          <a:solidFill>
                            <a:srgbClr val="666666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</a:br>
                      <a:r>
                        <a:rPr cap="none" sz="600" i="0" b="0" u="none">
                          <a:solidFill>
                            <a:srgbClr val="666666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01-Feb-2022 07:09 ftwrite1.pptx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600" i="0" b="0" u="none">
                          <a:solidFill>
                            <a:srgbClr val="666666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test_ftwrite.R</a:t>
                      </a:r>
                      <a:br>
                        <a:rPr cap="none" sz="600" i="0" b="0" u="none">
                          <a:solidFill>
                            <a:srgbClr val="666666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</a:br>
                      <a:r>
                        <a:rPr cap="none" sz="600" i="0" b="0" u="none">
                          <a:solidFill>
                            <a:srgbClr val="666666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01-Feb-2022 07:09 ftwrite1.pptx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600" i="0" b="0" u="none">
                          <a:solidFill>
                            <a:srgbClr val="666666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test_ftwrite.R</a:t>
                      </a:r>
                      <a:br>
                        <a:rPr cap="none" sz="600" i="0" b="0" u="none">
                          <a:solidFill>
                            <a:srgbClr val="666666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</a:br>
                      <a:r>
                        <a:rPr cap="none" sz="600" i="0" b="0" u="none">
                          <a:solidFill>
                            <a:srgbClr val="666666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01-Feb-2022 07:09 ftwrite1.pptx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philipde</cp:lastModifiedBy>
  <cp:revision>3</cp:revision>
  <dcterms:created xsi:type="dcterms:W3CDTF">2017-02-13T16:18:36Z</dcterms:created>
  <dcterms:modified xsi:type="dcterms:W3CDTF">2026-01-15T14:29:39Z</dcterms:modified>
  <cp:category/>
</cp:coreProperties>
</file>